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Arial"/>
              </a:defRPr>
            </a:pPr>
            <a:r>
              <a:t>Sistema Inteligente de Inventario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23232"/>
                </a:solidFill>
                <a:latin typeface="Arial"/>
              </a:defRPr>
            </a:pPr>
            <a:r>
              <a:t>Propuesta Comercial para Coctelería Lovo</a:t>
            </a:r>
          </a:p>
          <a:p>
            <a:r>
              <a:t>Por: MDev - Soluciones Tecnológicas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Arial"/>
              </a:defRPr>
            </a:pPr>
            <a:r>
              <a:t>1. El Desafío vs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EL DESAFÍO: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Conteo manual (2-3 horas).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Mermas no detectadas.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Alto coste en horas.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LA SOLUCIÓN: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Reconocimiento de Voz rápido.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Autocorrector Inteligente.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Agrupación por categorías.</a:t>
            </a:r>
          </a:p>
        </p:txBody>
      </p:sp>
      <p:pic>
        <p:nvPicPr>
          <p:cNvPr id="4" name="Picture 3" descr="elegant_bartender_tablet_1789558740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Arial"/>
              </a:defRPr>
            </a:pPr>
            <a:r>
              <a:t>2. Funcionalidades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Interfaz POS Unificada: Registro fluido.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Gestión Multi-Ubicación: Barras y almacén.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Multiusuario: Trabajo en equipo en tiempo real.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Roles y Seguridad: Accesos controlados.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Diseño Limpio: Orientado a la usabilidad.</a:t>
            </a:r>
          </a:p>
        </p:txBody>
      </p:sp>
      <p:pic>
        <p:nvPicPr>
          <p:cNvPr id="4" name="Picture 3" descr="clean_inventory_app_17895587275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Arial"/>
              </a:defRPr>
            </a:pPr>
            <a:r>
              <a:t>3. Analítica 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Historial Visual: Comparativas de consumo.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Exportación a Excel: Reportes claros.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Panel Autogestionado: Total independencia.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Cierre de Ciclo: Reseteo eficiente de base de datos.</a:t>
            </a:r>
          </a:p>
        </p:txBody>
      </p:sp>
      <p:pic>
        <p:nvPicPr>
          <p:cNvPr id="4" name="Picture 3" descr="minimalist_chart_17895587535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Arial"/>
              </a:defRPr>
            </a:pPr>
            <a:r>
              <a:t>4. Modelos de Adquisición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MODELO A: Licencia Perpetua (5.500 €)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Pago único.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MODELO B: SaaS / Suscripción (150 €/mes + Setup)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Bajo riesgo. Mantenimiento incluido.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MODELO C: Exclusividad Absoluta (12.500 €)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- Código fuente completo.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980B9"/>
                </a:solidFill>
              </a:defRPr>
            </a:pPr>
            <a:r>
              <a:t>¿Hablamos?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23232"/>
                </a:solidFill>
              </a:defRPr>
            </a:pPr>
            <a:r>
              <a:t>Quedo a su entera disposición para una reunión y demostración.</a:t>
            </a:r>
          </a:p>
          <a:p/>
          <a:p>
            <a:r>
              <a:t>MDev - Soluciones Tecnológicas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