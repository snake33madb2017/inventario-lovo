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COCTELERÍA LOVO x MDEV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Sistema Inteligente</a:t>
            </a:r>
            <a:br/>
            <a:r>
              <a:t>de Inventario por Voz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Propuesta técnica y financiera para automatizar el conteo nocturno y maximizar la rentabilidad operativa.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Retorno Inmediato de la Inversión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38BDF8"/>
                </a:solidFill>
              </a:defRPr>
            </a:pPr>
            <a:r>
              <a:t>552€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Ahorro Neto Mensual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Reducción del 80% en Tiempo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Pasar de 12.5 horas semanales de personal a solo 1 hora gracias al dictado por voz directo en barra.</a:t>
            </a:r>
            <a:br/>
            <a:br/>
            <a:r>
              <a:t>El modelo de suscripción (75€/mes) se autofinancia desde la primera semana de uso exclusivamente con el ahorro en horas extra.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El Problema del Conteo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2.5 horas de madrugada: Hasta 5 empleados dedicados a contar botella por botella tras el cierre.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Errores de transcripción: Mermas imprecisas al pasar datos de papel o notas manuales a Excel.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Fatiga operacional: Tarea pesada que afecta el rendimiento del equipo en barra.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Falta de tiempo real: Imposibilidad de tener stock actualizado antes de la llegada de proveedores.</a:t>
            </a:r>
          </a:p>
        </p:txBody>
      </p:sp>
      <p:pic>
        <p:nvPicPr>
          <p:cNvPr id="5" name="Picture 4" descr="classic_bartender_17895595745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9319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Funcionalidades Clave PWA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Dictado por Voz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Conteo 100% manos libres. El camarero dicta productos directamente mientras manipula las botellas en barra.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Diccionario Fonético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Autocorrector inteligente entrenado para hostelería (transcribe p. ej. 'Jagger' a 'Jägermeister' automáticamente).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Multiusuario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Hasta 5 o más empleados contando simultáneamente distintas áreas sin sobrescribir información.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Barra vs Control Gerencial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Operativa en Barra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Interfaz Modo Oscuro: Diseñada para la iluminación de Lovo sin deslumbrar.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Cero Tecleo: Rapidez máxima con dictado continuo y categorías visuales dinámicas.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Instalación PWA: Funciona directamente en iOS y Android sin pasar por app stores.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Control de Gerencia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19456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Exportación en 1 Clic: Compila y envía reportes automáticos en Excel al correo de contabilidad.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Roles y Permisos: Camareros solo cuentan; encargados editan, auditan y gestionan datos.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Seguridad Total: Servidor privado en la nube con copias de seguridad automáticas.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Análisis de Costes Operativos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Concepto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Método Manual Tradicional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Sistema Inteligente PWA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Impacto / Ahorro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Personal por Conteo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5 personas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 personas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</a:defRPr>
            </a:pPr>
            <a:r>
              <a:t>-60% personal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Tiempo por Inventario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2.5 horas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30 minutos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</a:defRPr>
            </a:pPr>
            <a:r>
              <a:t>-80% tiempo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Horas Totales / 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918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50 horas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2918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4 horas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2918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</a:defRPr>
            </a:pPr>
            <a:r>
              <a:t>-46 horas/mes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Coste Operativo / 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</a:defRPr>
            </a:pPr>
            <a:r>
              <a:t>600 € / 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48 € / 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</a:defRPr>
            </a:pPr>
            <a:r>
              <a:t>Ahorro: 552 € / 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Modelos de Inversión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Tres opciones transparentes adaptadas a las necesidades</a:t>
            </a:r>
            <a:br/>
            <a:r>
              <a:t>financieras y la visión de Coctelería Lovo.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Opciones de Adquisición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SaaS (Recomendado)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75 €/mes (Setup: 350 €)</a:t>
            </a:r>
            <a:br/>
            <a:br/>
            <a:r>
              <a:t>Inversión mínima inicial, servidores y soporte técnico continuo incluidos. Autofinanciado en la semana 1.</a:t>
            </a:r>
          </a:p>
        </p:txBody>
      </p:sp>
      <p:pic>
        <p:nvPicPr>
          <p:cNvPr id="6" name="Picture 5" descr="liquor_shelf_17895595868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71600"/>
            <a:ext cx="256032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9184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Licencia Perpetua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2918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3.850 € (Pago único)</a:t>
            </a:r>
            <a:br/>
            <a:br/>
            <a:r>
              <a:t>Licencia vitalicia para Lovo sin cuotas de software. Amortización completa en apenas 7 meses.</a:t>
            </a:r>
          </a:p>
        </p:txBody>
      </p:sp>
      <p:pic>
        <p:nvPicPr>
          <p:cNvPr id="9" name="Picture 8" descr="restaurant_manager_17895595995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371600"/>
            <a:ext cx="256032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</a:defRPr>
            </a:pPr>
            <a:r>
              <a:t>Propiedad Exclusiva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2918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9.500 € (Pago único)</a:t>
            </a:r>
            <a:br/>
            <a:br/>
            <a:r>
              <a:t>Cesión total del código fuente, propiedad intelectual y contrato de exclusividad geográfica sectorial.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Puesta en Marcha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</a:defRPr>
            </a:pPr>
            <a:r>
              <a:t>Día 1: Catálogo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Carga e importación inicial de la carta de licores y cristalería de Lovo.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</a:defRPr>
            </a:pPr>
            <a:r>
              <a:t>Día 2: Diccionario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1945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Entrenamiento del motor de voz con marcas y jerga específica de la barra.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</a:defRPr>
            </a:pPr>
            <a:r>
              <a:t>Día 3: Prueba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Sesión práctica de 15 minutos con el equipo de camareros y encargados.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</a:defRPr>
            </a:pPr>
            <a:r>
              <a:t>Día 4: Despliegue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945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Lanzamiento oficial para el primer inventario inteligente en vivo.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Garantía Piloto Cero Riesgo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1 Inventario de Prueba Sin Compromiso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Cargamos la carta de Lovo y realizamos el próximo inventario real en vivo directamente en barra.</a:t>
            </a:r>
            <a:br/>
            <a:br/>
            <a:r>
              <a:t>Si el tiempo de conteo no se reduce a menos de la mitad y el equipo no queda encantado, no abonan absolutamente nada.</a:t>
            </a:r>
          </a:p>
        </p:txBody>
      </p:sp>
      <p:pic>
        <p:nvPicPr>
          <p:cNvPr id="6" name="Picture 5" descr="classic_bartender_17895595745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4114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¿Hacemos la prueba en barra?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Prueba la demo con reconocimiento por voz en tiempo real:</a:t>
            </a:r>
            <a:br/>
            <a:br/>
            <a:r>
              <a:t>MDev - Soluciones Tecnológicas | Marco Daza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